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7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7A2F-185D-DCDD-84F7-79D25D0B5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3FAE5-DDCC-0CB0-F743-9FE685294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F5017-87A6-6B12-CA87-0034D3B6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2B3FD-E1A5-D499-FA16-4AC323D96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1D36E-5B68-53FC-E904-93750890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68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41BD-AAA5-5FF9-6AC7-02F6D9D83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B7D9A-F95A-51EA-A12F-2B836F5B0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E245E-CCD8-0E7A-8A3B-236455B7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39D3-3BA1-E74E-EB4D-BBADD2BB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02953-E6CD-43E5-F1D9-1DA066CC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878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4A84-BE5A-BA8D-3F7F-AB01D059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999A4-4E25-9F3F-9115-DD490029B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A3EB-4D18-AF2E-DBC6-C3D7CA11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371D3-8B24-7768-E893-AFCC9406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F6CA-F1B0-DA0F-F4F4-E859C076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03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DDFA-F680-697C-59A2-77B5446E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FE2F5-4B73-757B-0240-465BB9FE7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3DE9B-24BB-F75C-E3F7-6C2FE1B92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6204A-AEA0-BE9F-7E89-AD980625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397CD-E580-3413-BF56-6BFE99BE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CCF92-9DAA-73CD-824D-9B8C23BB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710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C603-B004-70F7-0BD2-0E9891D4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D788-FE82-BAA1-4376-461FE272B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EB48-57BF-B9D1-9567-97BBFDF31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782CD-8D33-D295-E9DA-FDC5B5DE6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1829E-0A1A-9B19-3C1B-418922820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6AD66-7DAA-2FC0-CC07-40D99083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60785-3AC4-5DAF-4CF8-774EF801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10A22-7A78-E471-F3D5-2F72F4AF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44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0EB1-4FF9-6EDC-B1F3-DFF0A5C7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C9A52-1EBC-AF85-1CB4-B4DB1882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2A5E0-4665-0762-A7F9-CC42596B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C6C89-5CE0-5B1C-712F-1248F7ED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90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9838B-80EE-A1BA-0E13-E6AE8AAE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0032C-8467-B841-4E96-A57DA3C2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AABFD-D57B-B507-9D30-8DD0D401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85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1E474-B60D-97F2-77E7-EE860E76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A301-1767-34E6-430C-0EF8869B5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00679-434A-A0D2-ED18-E0DBB40EE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E96A4-8FF2-F53D-CD52-1450F9D5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A5668-AB65-4E87-06E8-F25B7759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7FA17-9D85-543F-2A70-A86A48AE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57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3498-2302-3F01-DB62-5490CF55B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2CE4E-2A94-6A83-2102-D3AD28264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345C9-AA69-D4B2-EA2F-F05723A88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E221A-DCD8-7EA5-8823-2483AEC7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3FE28-631B-84DA-C0FF-8E388BBD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89FD6-A92D-87FA-AE21-46FA3B9E7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038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A1EAB-9200-046F-2CAD-D388D98A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C8764-9F61-C46E-FDCC-B9E1123E9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0EE58-9BED-197E-20B9-4880C3EE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CBFE2-C84A-F78F-AF88-8229343E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A6319-5873-C1B9-6020-97D0EB64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32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7C77-E281-CA8B-C8EB-9CCE18C94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83CEB-737E-9EFD-0000-7731DF8C8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22BF5-1164-ADC8-515C-1AEB9E6E9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6E771-1564-E656-B0D8-288BA1A7B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7B4A2-8F0A-933E-B22D-449C79C6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2925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A4325B-AFC2-854D-4357-D480471F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7FE0B-4190-3339-BD96-F0CD4D00A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389FA-6D04-AE0F-4D30-4EAE78C10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0F2E5-FDCE-4413-9C03-D507FCE4BD98}" type="datetimeFigureOut">
              <a:rPr lang="en-AU" smtClean="0"/>
              <a:t>14/04/2026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EC2BB-EDE0-B8D3-A909-D2B6E3641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A547F-0200-0B99-9EDF-BA192F6F7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5D226-B3D6-4353-908E-76EA57B1A8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958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C4BB-52EF-5965-8BE8-B00680F4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084077-D2C1-0C87-BD2A-F7BC42457A6A}"/>
              </a:ext>
            </a:extLst>
          </p:cNvPr>
          <p:cNvSpPr txBox="1"/>
          <p:nvPr/>
        </p:nvSpPr>
        <p:spPr>
          <a:xfrm>
            <a:off x="3061252" y="387626"/>
            <a:ext cx="460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Ver 3, 500 RPM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28DC87-93A3-2BDC-99DF-FA6C340D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592"/>
            <a:ext cx="12192000" cy="484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8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CDC8-639E-0163-2E32-05948477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0B037C-00AC-D6A9-FB91-A33D53AC4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9148"/>
            <a:ext cx="12192000" cy="4819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9F6E00-9A36-FF12-1649-7EACD6E117C3}"/>
              </a:ext>
            </a:extLst>
          </p:cNvPr>
          <p:cNvSpPr txBox="1"/>
          <p:nvPr/>
        </p:nvSpPr>
        <p:spPr>
          <a:xfrm>
            <a:off x="3061252" y="387626"/>
            <a:ext cx="460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Ver 3, 750 RPM</a:t>
            </a:r>
          </a:p>
        </p:txBody>
      </p:sp>
    </p:spTree>
    <p:extLst>
      <p:ext uri="{BB962C8B-B14F-4D97-AF65-F5344CB8AC3E}">
        <p14:creationId xmlns:p14="http://schemas.microsoft.com/office/powerpoint/2010/main" val="262939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14BA7F-50DA-3094-7CC0-E4E52F5CE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591"/>
            <a:ext cx="12192000" cy="4746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8A39FD-3CB7-C25A-22F9-1496AAC7FE04}"/>
              </a:ext>
            </a:extLst>
          </p:cNvPr>
          <p:cNvSpPr txBox="1"/>
          <p:nvPr/>
        </p:nvSpPr>
        <p:spPr>
          <a:xfrm>
            <a:off x="3061252" y="387626"/>
            <a:ext cx="4601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Ver 3, 1000 RPM</a:t>
            </a:r>
          </a:p>
        </p:txBody>
      </p:sp>
    </p:spTree>
    <p:extLst>
      <p:ext uri="{BB962C8B-B14F-4D97-AF65-F5344CB8AC3E}">
        <p14:creationId xmlns:p14="http://schemas.microsoft.com/office/powerpoint/2010/main" val="2167288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Connor</dc:creator>
  <cp:lastModifiedBy>Benjamin Connor</cp:lastModifiedBy>
  <cp:revision>1</cp:revision>
  <dcterms:created xsi:type="dcterms:W3CDTF">2026-04-13T23:18:24Z</dcterms:created>
  <dcterms:modified xsi:type="dcterms:W3CDTF">2026-04-13T23:47:33Z</dcterms:modified>
</cp:coreProperties>
</file>